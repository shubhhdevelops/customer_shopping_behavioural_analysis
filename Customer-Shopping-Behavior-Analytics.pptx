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slideLayout" Target="../slideLayouts/slideLayout4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Shopping Behavior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Transforming raw data into strategic insights for retail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5592" y="284485"/>
            <a:ext cx="25473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785592" y="712663"/>
            <a:ext cx="500181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End-to-end data analysis on retail consumer shopping data to uncover actionable insights for marketing, product strategy, and customer engagement.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785592" y="1126034"/>
            <a:ext cx="5001816" cy="3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3,900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49664" y="1568053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85592" y="1771204"/>
            <a:ext cx="500181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Unique customer profiles analyzed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785592" y="2108597"/>
            <a:ext cx="5001816" cy="3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19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649664" y="2550616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Features Analyzed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85592" y="2753767"/>
            <a:ext cx="500181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dimensions explored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785592" y="3091160"/>
            <a:ext cx="5001816" cy="3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649664" y="3533180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85592" y="3736330"/>
            <a:ext cx="500181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Clothing, Footwear, Outerwear, Accessories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785592" y="4073723"/>
            <a:ext cx="5001816" cy="3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649664" y="4515743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SQL Queries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85592" y="4718893"/>
            <a:ext cx="500181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Business questions answered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15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7365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19 columns spanning 5 attribute groups provide comprehensive customer insights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59942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1701701"/>
            <a:ext cx="425276" cy="4252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818605"/>
            <a:ext cx="191319" cy="1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877" y="22687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7877" y="2575247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Customer ID, age, gender, location, age group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60601" y="1559942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60" y="1701701"/>
            <a:ext cx="425276" cy="425276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9339" y="1818605"/>
            <a:ext cx="191319" cy="1913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02360" y="22687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 Info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402360" y="2575247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Item purchased, category, size, color, season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025083" y="1559942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842" y="1701701"/>
            <a:ext cx="425276" cy="425276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3821" y="1818605"/>
            <a:ext cx="191319" cy="19131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166842" y="22687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Transaction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166842" y="2575247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Purchase amount, payment method, discount applied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96119" y="3312393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877" y="3454152"/>
            <a:ext cx="425276" cy="425276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4856" y="3571056"/>
            <a:ext cx="191319" cy="191319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37877" y="4021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Behavior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637877" y="432769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Previous purchases, frequency, purchase frequency days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4642842" y="3312393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4601" y="3454152"/>
            <a:ext cx="425276" cy="425276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1580" y="3571056"/>
            <a:ext cx="191319" cy="191319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784601" y="4021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4784601" y="432769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Review rating, subscription status,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921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75718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072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1377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Pandas, NumPy, Matplotlib, Seaborn for data cleaning, transformation, EDA, and statistical visualization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75718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7072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SQL (MySQL)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01377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Querying structured data to answer 10 targeted business questions with CTEs and window functions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75718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7072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01377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Interactive dashboard for KPI tracking, trend analysis, and segment insights with dynamic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7128"/>
            <a:ext cx="47838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Python: Data Cleaning &amp; EDA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844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Activities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47689"/>
            <a:ext cx="4752677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Removed duplicates and handled missing values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Standardized column formats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Engineered derived features: age_group and purchase_frequency_days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Conducted EDA via histograms, box plots, correlation heatmaps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Exported cleaned dataset for downstream consumption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435" y="2034480"/>
            <a:ext cx="3053135" cy="1730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752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SQL: Business Intelligence Queries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2609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847999"/>
            <a:ext cx="2290465" cy="19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5119" y="19569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925119" y="2263453"/>
            <a:ext cx="22904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Cleaned CSV loaded into MySQL table (customer_shopping_behavior_cleaned)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57342" y="162609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42" y="1862138"/>
            <a:ext cx="2290539" cy="190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57342" y="19569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Query Development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57342" y="2263453"/>
            <a:ext cx="22905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Authored 10 analytical queries covering revenue, segmentation, and product performance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925119" y="341873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3626421"/>
            <a:ext cx="4722763" cy="19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25119" y="3749576"/>
            <a:ext cx="18596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Advanced Segmentation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3925119" y="405608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Used CTEs, window functions (ROW_NUMBER), and CASE logic for complex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549257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Power BI: Interactive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60774"/>
            <a:ext cx="1948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 Capabilities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623989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Imported cleaned dataset with modeled relationships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Built KPI cards, bar charts, donut charts, trend lines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Enabled dynamic filtering by gender, category, season, subscription status, age group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793677"/>
            <a:ext cx="3902943" cy="2211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10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Findings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70608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69" y="1170608"/>
            <a:ext cx="76200" cy="1081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3314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Gender Revenue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1637928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Male customers (68% of base) generated higher total revenue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42842" y="1170608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792" y="1170608"/>
            <a:ext cx="76200" cy="10817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60801" y="13314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Discount Users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60801" y="1637928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Notable subset exceeded average purchase amount despite discounts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6119" y="2394124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2394124"/>
            <a:ext cx="76200" cy="10817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4077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Products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14077" y="2861444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Five highest-rated items identified for featured placements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42842" y="2394124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792" y="2394124"/>
            <a:ext cx="76200" cy="10817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60801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Shipping Spend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60801" y="2861444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Express vs. Standard shipping behavior compared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96119" y="3617640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69" y="3617640"/>
            <a:ext cx="76200" cy="108175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077" y="37784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Subscriber Value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714077" y="4084960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Subscribers (27% of base) showed higher average spend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42842" y="3617640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792" y="3617640"/>
            <a:ext cx="76200" cy="108175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60801" y="37784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Discount Dependency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860801" y="4084960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Products with highest discount rates identified for margin review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31738"/>
            <a:ext cx="448501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Segmentation Insights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1741363" y="1684734"/>
            <a:ext cx="1471240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68%</a:t>
            </a:r>
            <a:endParaRPr lang="en-US" sz="2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959" y="937171"/>
            <a:ext cx="1794197" cy="1794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9457" y="286211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Male Customers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45219" y="3109466"/>
            <a:ext cx="40636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Skews male — target female segment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31173" y="1684734"/>
            <a:ext cx="1471240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27%</a:t>
            </a:r>
            <a:endParaRPr lang="en-US" sz="2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769" y="937171"/>
            <a:ext cx="1794197" cy="17941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19267" y="286211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Subscribers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635029" y="3109466"/>
            <a:ext cx="40636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Higher spend per head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3399309"/>
            <a:ext cx="2751162" cy="478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4803" y="397862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New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64803" y="4225975"/>
            <a:ext cx="25119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First-time buyers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382" y="3399309"/>
            <a:ext cx="2751162" cy="4784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315965" y="397862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Returning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3315965" y="4225975"/>
            <a:ext cx="25119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Multiple purchases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544" y="3399309"/>
            <a:ext cx="2751162" cy="4784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67127" y="397862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6067127" y="4225975"/>
            <a:ext cx="25119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High-frequency buyers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45219" y="4635401"/>
            <a:ext cx="82534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Repeat buyers (&gt;5 purchases) show subscription propensity — activate targeted conversion flows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99083"/>
            <a:ext cx="436073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88379" y="1041202"/>
            <a:ext cx="2300436" cy="2225799"/>
          </a:xfrm>
          <a:prstGeom prst="roundRect">
            <a:avLst>
              <a:gd name="adj" fmla="val 940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27906" y="1180728"/>
            <a:ext cx="183073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7906" y="1481138"/>
            <a:ext cx="2021384" cy="164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Target underrepresented female segment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Launch subscription campaigns for loyal customers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Tailor premium products to middle-aged adults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26184" y="1041202"/>
            <a:ext cx="2300436" cy="2225799"/>
          </a:xfrm>
          <a:prstGeom prst="roundRect">
            <a:avLst>
              <a:gd name="adj" fmla="val 940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3065711" y="118072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 Strategy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65711" y="1481138"/>
            <a:ext cx="2021384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Promote top-rated products prominently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Reassess discount strategies for margin items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Invest in top 3 best-sellers per category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8379" y="3404369"/>
            <a:ext cx="4738241" cy="1339974"/>
          </a:xfrm>
          <a:prstGeom prst="roundRect">
            <a:avLst>
              <a:gd name="adj" fmla="val 1562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627906" y="3543895"/>
            <a:ext cx="191794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Marketing &amp; Engagement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7906" y="3844305"/>
            <a:ext cx="4459188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Grow subscriber base with loyalty perks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Activate conversion flows for repeat buyers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seasonal filters for real-time campaigns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2026-05-11T16:34:19Z</dcterms:created>
  <dcterms:modified xsi:type="dcterms:W3CDTF">2026-05-11T16:34:19Z</dcterms:modified>
</cp:coreProperties>
</file>